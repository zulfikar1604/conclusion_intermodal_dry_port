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485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640A5A-E7E9-7B1A-1875-08FDE7E4B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718"/>
            <a:ext cx="12192000" cy="67845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late ppt(1).png">
            <a:extLst>
              <a:ext uri="{FF2B5EF4-FFF2-40B4-BE49-F238E27FC236}">
                <a16:creationId xmlns:a16="http://schemas.microsoft.com/office/drawing/2014/main" id="{1EEEC761-2487-4060-E2F8-E49EFFE54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646364-FDF0-626B-0F74-F96D351E9B29}"/>
              </a:ext>
            </a:extLst>
          </p:cNvPr>
          <p:cNvSpPr txBox="1"/>
          <p:nvPr/>
        </p:nvSpPr>
        <p:spPr>
          <a:xfrm>
            <a:off x="914400" y="1828800"/>
            <a:ext cx="3017520" cy="317010"/>
          </a:xfrm>
          <a:prstGeom prst="rect">
            <a:avLst/>
          </a:prstGeom>
          <a:noFill/>
        </p:spPr>
        <p:txBody>
          <a:bodyPr wrap="square" lIns="73152" tIns="54864" rIns="73152" anchor="t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endParaRPr sz="1400" b="0" dirty="0">
              <a:solidFill>
                <a:srgbClr val="3D4B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2CF728-B51E-62D3-D25C-7F3485C92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7"/>
            <a:ext cx="12192000" cy="684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8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Zulfikar Jafarudin Fatah</dc:creator>
  <cp:keywords/>
  <dc:description>generated using python-pptx</dc:description>
  <cp:lastModifiedBy>Armansyah Muchtarrom</cp:lastModifiedBy>
  <cp:revision>6</cp:revision>
  <dcterms:created xsi:type="dcterms:W3CDTF">2013-01-27T09:14:16Z</dcterms:created>
  <dcterms:modified xsi:type="dcterms:W3CDTF">2026-09-29T17:49:36Z</dcterms:modified>
  <cp:category/>
</cp:coreProperties>
</file>